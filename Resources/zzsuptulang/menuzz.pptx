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TG4ZVh0adOCjivBqJXgMX3dFd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food&#10;&#10;Description automatically generated" id="85" name="Google Shape;85;p1"/>
          <p:cNvPicPr preferRelativeResize="0"/>
          <p:nvPr/>
        </p:nvPicPr>
        <p:blipFill rotWithShape="1">
          <a:blip r:embed="rId3">
            <a:alphaModFix/>
          </a:blip>
          <a:srcRect b="42817" l="0" r="0" t="17393"/>
          <a:stretch/>
        </p:blipFill>
        <p:spPr>
          <a:xfrm>
            <a:off x="7" y="644"/>
            <a:ext cx="12191981" cy="6856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holding a bowl of food&#10;&#10;Description automatically generated" id="90" name="Google Shape;90;p2"/>
          <p:cNvPicPr preferRelativeResize="0"/>
          <p:nvPr/>
        </p:nvPicPr>
        <p:blipFill rotWithShape="1">
          <a:blip r:embed="rId3">
            <a:alphaModFix/>
          </a:blip>
          <a:srcRect b="34616" l="0" r="0" t="6992"/>
          <a:stretch/>
        </p:blipFill>
        <p:spPr>
          <a:xfrm>
            <a:off x="4380320" y="10"/>
            <a:ext cx="832104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3697283" y="0"/>
            <a:ext cx="884241" cy="6858002"/>
            <a:chOff x="3697284" y="0"/>
            <a:chExt cx="884241" cy="6858002"/>
          </a:xfrm>
        </p:grpSpPr>
        <p:grpSp>
          <p:nvGrpSpPr>
            <p:cNvPr id="92" name="Google Shape;92;p2"/>
            <p:cNvGrpSpPr/>
            <p:nvPr/>
          </p:nvGrpSpPr>
          <p:grpSpPr>
            <a:xfrm>
              <a:off x="3697283" y="0"/>
              <a:ext cx="884241" cy="6858001"/>
              <a:chOff x="3697284" y="0"/>
              <a:chExt cx="884241" cy="6858001"/>
            </a:xfrm>
          </p:grpSpPr>
          <p:sp>
            <p:nvSpPr>
              <p:cNvPr id="93" name="Google Shape;93;p2"/>
              <p:cNvSpPr/>
              <p:nvPr/>
            </p:nvSpPr>
            <p:spPr>
              <a:xfrm flipH="1" rot="-5400000">
                <a:off x="705641" y="2991642"/>
                <a:ext cx="6858001" cy="874716"/>
              </a:xfrm>
              <a:custGeom>
                <a:rect b="b" l="l" r="r" t="t"/>
                <a:pathLst>
                  <a:path extrusionOk="0" h="874716" w="6858001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 flipH="1" rot="-5400000">
                <a:off x="715166" y="2991642"/>
                <a:ext cx="6858001" cy="874716"/>
              </a:xfrm>
              <a:custGeom>
                <a:rect b="b" l="l" r="r" t="t"/>
                <a:pathLst>
                  <a:path extrusionOk="0" h="874716" w="6858001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" name="Google Shape;95;p2"/>
            <p:cNvGrpSpPr/>
            <p:nvPr/>
          </p:nvGrpSpPr>
          <p:grpSpPr>
            <a:xfrm>
              <a:off x="3697283" y="1"/>
              <a:ext cx="884241" cy="6858001"/>
              <a:chOff x="3697284" y="0"/>
              <a:chExt cx="884241" cy="6858001"/>
            </a:xfrm>
          </p:grpSpPr>
          <p:sp>
            <p:nvSpPr>
              <p:cNvPr id="96" name="Google Shape;96;p2"/>
              <p:cNvSpPr/>
              <p:nvPr/>
            </p:nvSpPr>
            <p:spPr>
              <a:xfrm flipH="1" rot="-5400000">
                <a:off x="705641" y="2991642"/>
                <a:ext cx="6858001" cy="874716"/>
              </a:xfrm>
              <a:custGeom>
                <a:rect b="b" l="l" r="r" t="t"/>
                <a:pathLst>
                  <a:path extrusionOk="0" h="874716" w="6858001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blipFill rotWithShape="1">
                <a:blip r:embed="rId4">
                  <a:alphaModFix amt="57000"/>
                </a:blip>
                <a:tile algn="tl" flip="none" tx="0" sx="100000" ty="0" sy="100000"/>
              </a:blip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 flipH="1" rot="-5400000">
                <a:off x="715166" y="2991642"/>
                <a:ext cx="6858001" cy="874716"/>
              </a:xfrm>
              <a:custGeom>
                <a:rect b="b" l="l" r="r" t="t"/>
                <a:pathLst>
                  <a:path extrusionOk="0" h="874716" w="6858001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blipFill rotWithShape="1">
                <a:blip r:embed="rId4">
                  <a:alphaModFix amt="57000"/>
                </a:blip>
                <a:tile algn="tl" flip="none" tx="0" sx="100000" ty="0" sy="100000"/>
              </a:blip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enu with a price list and soup&#10;&#10;Description automatically generated" id="102" name="Google Shape;102;p3"/>
          <p:cNvPicPr preferRelativeResize="0"/>
          <p:nvPr/>
        </p:nvPicPr>
        <p:blipFill rotWithShape="1">
          <a:blip r:embed="rId3">
            <a:alphaModFix/>
          </a:blip>
          <a:srcRect b="27458" l="0" r="0" t="14151"/>
          <a:stretch/>
        </p:blipFill>
        <p:spPr>
          <a:xfrm>
            <a:off x="1114445" y="-87265"/>
            <a:ext cx="832104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enu with food on it&#10;&#10;Description automatically generated" id="107" name="Google Shape;107;p4"/>
          <p:cNvPicPr preferRelativeResize="0"/>
          <p:nvPr/>
        </p:nvPicPr>
        <p:blipFill rotWithShape="1">
          <a:blip r:embed="rId3">
            <a:alphaModFix/>
          </a:blip>
          <a:srcRect b="48973" l="0" r="0" t="0"/>
          <a:stretch/>
        </p:blipFill>
        <p:spPr>
          <a:xfrm>
            <a:off x="484632" y="1007014"/>
            <a:ext cx="6716272" cy="48439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enu with food on it&#10;&#10;Description automatically generated" id="108" name="Google Shape;108;p4"/>
          <p:cNvPicPr preferRelativeResize="0"/>
          <p:nvPr/>
        </p:nvPicPr>
        <p:blipFill rotWithShape="1">
          <a:blip r:embed="rId3">
            <a:alphaModFix/>
          </a:blip>
          <a:srcRect b="17023" l="0" r="0" t="51027"/>
          <a:stretch/>
        </p:blipFill>
        <p:spPr>
          <a:xfrm>
            <a:off x="7534655" y="2486823"/>
            <a:ext cx="4172712" cy="1884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picture of food&#10;&#10;Description automatically generated" id="114" name="Google Shape;114;p5"/>
          <p:cNvPicPr preferRelativeResize="0"/>
          <p:nvPr/>
        </p:nvPicPr>
        <p:blipFill rotWithShape="1">
          <a:blip r:embed="rId3">
            <a:alphaModFix/>
          </a:blip>
          <a:srcRect b="4485" l="0" r="0" t="47799"/>
          <a:stretch/>
        </p:blipFill>
        <p:spPr>
          <a:xfrm>
            <a:off x="6176433" y="1617444"/>
            <a:ext cx="5372100" cy="36231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enu with a picture of food&#10;&#10;Description automatically generated" id="115" name="Google Shape;115;p5"/>
          <p:cNvPicPr preferRelativeResize="0"/>
          <p:nvPr/>
        </p:nvPicPr>
        <p:blipFill rotWithShape="1">
          <a:blip r:embed="rId3">
            <a:alphaModFix/>
          </a:blip>
          <a:srcRect b="52265" l="0" r="0" t="2264"/>
          <a:stretch/>
        </p:blipFill>
        <p:spPr>
          <a:xfrm>
            <a:off x="719666" y="1702677"/>
            <a:ext cx="5372100" cy="3452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7F7F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77012" y="487090"/>
            <a:ext cx="5458121" cy="58978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B994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of food and prices&#10;&#10;Description automatically generated" id="122" name="Google Shape;122;p6"/>
          <p:cNvPicPr preferRelativeResize="0"/>
          <p:nvPr/>
        </p:nvPicPr>
        <p:blipFill rotWithShape="1">
          <a:blip r:embed="rId3">
            <a:alphaModFix/>
          </a:blip>
          <a:srcRect b="83145" l="0" r="0" t="0"/>
          <a:stretch/>
        </p:blipFill>
        <p:spPr>
          <a:xfrm>
            <a:off x="641180" y="2824988"/>
            <a:ext cx="5129784" cy="122208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6256866" y="480060"/>
            <a:ext cx="5458121" cy="58978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B994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of food and prices&#10;&#10;Description automatically generated" id="124" name="Google Shape;124;p6"/>
          <p:cNvPicPr preferRelativeResize="0"/>
          <p:nvPr/>
        </p:nvPicPr>
        <p:blipFill rotWithShape="1">
          <a:blip r:embed="rId3">
            <a:alphaModFix/>
          </a:blip>
          <a:srcRect b="16939" l="0" r="0" t="18658"/>
          <a:stretch/>
        </p:blipFill>
        <p:spPr>
          <a:xfrm>
            <a:off x="6421034" y="1094205"/>
            <a:ext cx="5129785" cy="4669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price list and food&#10;&#10;Description automatically generated" id="130" name="Google Shape;130;p7"/>
          <p:cNvPicPr preferRelativeResize="0"/>
          <p:nvPr/>
        </p:nvPicPr>
        <p:blipFill rotWithShape="1">
          <a:blip r:embed="rId3">
            <a:alphaModFix/>
          </a:blip>
          <a:srcRect b="6164" l="0" r="0" t="16099"/>
          <a:stretch/>
        </p:blipFill>
        <p:spPr>
          <a:xfrm>
            <a:off x="6327282" y="643467"/>
            <a:ext cx="5070403" cy="557106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477012" y="480060"/>
            <a:ext cx="11238000" cy="5898000"/>
          </a:xfrm>
          <a:prstGeom prst="rect">
            <a:avLst/>
          </a:prstGeom>
          <a:noFill/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price list and food&#10;&#10;Description automatically generated" id="132" name="Google Shape;132;p7"/>
          <p:cNvPicPr preferRelativeResize="0"/>
          <p:nvPr/>
        </p:nvPicPr>
        <p:blipFill rotWithShape="1">
          <a:blip r:embed="rId3">
            <a:alphaModFix/>
          </a:blip>
          <a:srcRect b="81635" l="0" r="0" t="0"/>
          <a:stretch/>
        </p:blipFill>
        <p:spPr>
          <a:xfrm>
            <a:off x="643466" y="2731766"/>
            <a:ext cx="5372100" cy="1394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484632" y="485804"/>
            <a:ext cx="5533524" cy="3510776"/>
          </a:xfrm>
          <a:prstGeom prst="rect">
            <a:avLst/>
          </a:prstGeom>
          <a:solidFill>
            <a:srgbClr val="FFFFFF"/>
          </a:solidFill>
          <a:ln cap="flat" cmpd="sng" w="63500">
            <a:solidFill>
              <a:srgbClr val="4E4F3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plate of food&#10;&#10;Description automatically generated" id="138" name="Google Shape;138;p8"/>
          <p:cNvPicPr preferRelativeResize="0"/>
          <p:nvPr/>
        </p:nvPicPr>
        <p:blipFill rotWithShape="1">
          <a:blip r:embed="rId3">
            <a:alphaModFix/>
          </a:blip>
          <a:srcRect b="0" l="0" r="82871" t="0"/>
          <a:stretch/>
        </p:blipFill>
        <p:spPr>
          <a:xfrm rot="5400000">
            <a:off x="2936778" y="-354916"/>
            <a:ext cx="629232" cy="519221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/>
          <p:nvPr/>
        </p:nvSpPr>
        <p:spPr>
          <a:xfrm>
            <a:off x="484632" y="4157449"/>
            <a:ext cx="3122867" cy="2216840"/>
          </a:xfrm>
          <a:prstGeom prst="rect">
            <a:avLst/>
          </a:prstGeom>
          <a:solidFill>
            <a:srgbClr val="FFFFFF"/>
          </a:solidFill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plate of food&#10;&#10;Description automatically generated"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14658" r="0" t="69476"/>
          <a:stretch/>
        </p:blipFill>
        <p:spPr>
          <a:xfrm>
            <a:off x="680917" y="4569140"/>
            <a:ext cx="2756398" cy="139345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3760883" y="4132885"/>
            <a:ext cx="2288700" cy="2274600"/>
          </a:xfrm>
          <a:prstGeom prst="rect">
            <a:avLst/>
          </a:prstGeom>
          <a:solidFill>
            <a:srgbClr val="4E4F3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196188" y="485805"/>
            <a:ext cx="5511179" cy="5888484"/>
          </a:xfrm>
          <a:prstGeom prst="rect">
            <a:avLst/>
          </a:prstGeom>
          <a:solidFill>
            <a:srgbClr val="FFFFFF"/>
          </a:solidFill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plate of food&#10;&#10;Description automatically generated" id="143" name="Google Shape;143;p8"/>
          <p:cNvPicPr preferRelativeResize="0"/>
          <p:nvPr/>
        </p:nvPicPr>
        <p:blipFill rotWithShape="1">
          <a:blip r:embed="rId3">
            <a:alphaModFix/>
          </a:blip>
          <a:srcRect b="30063" l="14658" r="0" t="6038"/>
          <a:stretch/>
        </p:blipFill>
        <p:spPr>
          <a:xfrm>
            <a:off x="6373177" y="701140"/>
            <a:ext cx="5157201" cy="5457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enu with a plate of food&#10;&#10;Description automatically generated" id="148" name="Google Shape;148;p9"/>
          <p:cNvPicPr preferRelativeResize="0"/>
          <p:nvPr/>
        </p:nvPicPr>
        <p:blipFill rotWithShape="1">
          <a:blip r:embed="rId3">
            <a:alphaModFix/>
          </a:blip>
          <a:srcRect b="0" l="15002" r="0" t="55849"/>
          <a:stretch/>
        </p:blipFill>
        <p:spPr>
          <a:xfrm>
            <a:off x="543683" y="197059"/>
            <a:ext cx="3957003" cy="2905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enu with a plate of food&#10;&#10;Description automatically generated" id="149" name="Google Shape;149;p9"/>
          <p:cNvPicPr preferRelativeResize="0"/>
          <p:nvPr/>
        </p:nvPicPr>
        <p:blipFill rotWithShape="1">
          <a:blip r:embed="rId3">
            <a:alphaModFix/>
          </a:blip>
          <a:srcRect b="0" l="0" r="83552" t="0"/>
          <a:stretch/>
        </p:blipFill>
        <p:spPr>
          <a:xfrm rot="5400000">
            <a:off x="2854829" y="2297994"/>
            <a:ext cx="631508" cy="542676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9"/>
          <p:cNvSpPr/>
          <p:nvPr/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plate of food&#10;&#10;Description automatically generated" id="152" name="Google Shape;152;p9"/>
          <p:cNvPicPr preferRelativeResize="0"/>
          <p:nvPr/>
        </p:nvPicPr>
        <p:blipFill rotWithShape="1">
          <a:blip r:embed="rId3">
            <a:alphaModFix/>
          </a:blip>
          <a:srcRect b="44151" l="15002" r="0" t="0"/>
          <a:stretch/>
        </p:blipFill>
        <p:spPr>
          <a:xfrm>
            <a:off x="6308034" y="912950"/>
            <a:ext cx="5426763" cy="5039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7F7F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t" dir="5400000" dist="17780">
              <a:srgbClr val="000000">
                <a:alpha val="4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different foods on it&#10;&#10;Description automatically generated" id="159" name="Google Shape;159;p10"/>
          <p:cNvPicPr preferRelativeResize="0"/>
          <p:nvPr/>
        </p:nvPicPr>
        <p:blipFill rotWithShape="1">
          <a:blip r:embed="rId3">
            <a:alphaModFix/>
          </a:blip>
          <a:srcRect b="16729" l="2948" r="0" t="7547"/>
          <a:stretch/>
        </p:blipFill>
        <p:spPr>
          <a:xfrm>
            <a:off x="764984" y="643466"/>
            <a:ext cx="5051681" cy="55710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0"/>
          <p:cNvCxnSpPr/>
          <p:nvPr/>
        </p:nvCxnSpPr>
        <p:spPr>
          <a:xfrm>
            <a:off x="6079958" y="1143000"/>
            <a:ext cx="0" cy="4572000"/>
          </a:xfrm>
          <a:prstGeom prst="straightConnector1">
            <a:avLst/>
          </a:prstGeom>
          <a:noFill/>
          <a:ln cap="flat" cmpd="sng" w="9525">
            <a:solidFill>
              <a:srgbClr val="4E4E4E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menu with different foods on it&#10;&#10;Description automatically generated" id="161" name="Google Shape;161;p10"/>
          <p:cNvPicPr preferRelativeResize="0"/>
          <p:nvPr/>
        </p:nvPicPr>
        <p:blipFill rotWithShape="1">
          <a:blip r:embed="rId3">
            <a:alphaModFix/>
          </a:blip>
          <a:srcRect b="0" l="0" r="0" t="90566"/>
          <a:stretch/>
        </p:blipFill>
        <p:spPr>
          <a:xfrm>
            <a:off x="6253817" y="3075994"/>
            <a:ext cx="5294715" cy="706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enu with a variety of food&#10;&#10;Description automatically generated" id="166" name="Google Shape;166;p11"/>
          <p:cNvPicPr preferRelativeResize="0"/>
          <p:nvPr/>
        </p:nvPicPr>
        <p:blipFill rotWithShape="1">
          <a:blip r:embed="rId3">
            <a:alphaModFix/>
          </a:blip>
          <a:srcRect b="50000" l="0" r="0" t="10566"/>
          <a:stretch/>
        </p:blipFill>
        <p:spPr>
          <a:xfrm>
            <a:off x="457098" y="177959"/>
            <a:ext cx="5212271" cy="2905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enu with a variety of food&#10;&#10;Description automatically generated" id="167" name="Google Shape;167;p11"/>
          <p:cNvPicPr preferRelativeResize="0"/>
          <p:nvPr/>
        </p:nvPicPr>
        <p:blipFill rotWithShape="1">
          <a:blip r:embed="rId3">
            <a:alphaModFix/>
          </a:blip>
          <a:srcRect b="6729" l="0" r="0" t="53836"/>
          <a:stretch/>
        </p:blipFill>
        <p:spPr>
          <a:xfrm>
            <a:off x="586884" y="3774871"/>
            <a:ext cx="4952698" cy="276055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1"/>
          <p:cNvSpPr/>
          <p:nvPr/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variety of food&#10;&#10;Description automatically generated" id="170" name="Google Shape;170;p11"/>
          <p:cNvPicPr preferRelativeResize="0"/>
          <p:nvPr/>
        </p:nvPicPr>
        <p:blipFill rotWithShape="1">
          <a:blip r:embed="rId3">
            <a:alphaModFix/>
          </a:blip>
          <a:srcRect b="89434" l="0" r="0" t="0"/>
          <a:stretch/>
        </p:blipFill>
        <p:spPr>
          <a:xfrm>
            <a:off x="6308034" y="2951472"/>
            <a:ext cx="5426763" cy="810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/>
          <p:nvPr/>
        </p:nvSpPr>
        <p:spPr>
          <a:xfrm>
            <a:off x="-7620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/>
          <p:nvPr/>
        </p:nvSpPr>
        <p:spPr>
          <a:xfrm flipH="1" rot="10800000">
            <a:off x="838200" y="720953"/>
            <a:ext cx="10515600" cy="5416094"/>
          </a:xfrm>
          <a:custGeom>
            <a:rect b="b" l="l" r="r" t="t"/>
            <a:pathLst>
              <a:path extrusionOk="0" h="5416094" w="1051560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cap="rnd" cmpd="sng" w="476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bowl of food&#10;&#10;Description automatically generated" id="177" name="Google Shape;177;p12"/>
          <p:cNvPicPr preferRelativeResize="0"/>
          <p:nvPr/>
        </p:nvPicPr>
        <p:blipFill rotWithShape="1">
          <a:blip r:embed="rId3">
            <a:alphaModFix/>
          </a:blip>
          <a:srcRect b="0" l="0" r="0" t="13333"/>
          <a:stretch/>
        </p:blipFill>
        <p:spPr>
          <a:xfrm>
            <a:off x="3953570" y="914400"/>
            <a:ext cx="4056258" cy="4968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2024-11-02T10:28:29Z</dcterms:created>
  <dc:creator>PROFESOR TS. DR. SAZILAH BINTI SALAM</dc:creator>
</cp:coreProperties>
</file>